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8FA69-B2C0-3F4C-A9EC-E6B4307BAF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617AAA-76DA-FF0B-9BB4-6FF1B1841C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CAABF-555C-EAFC-FABA-2C93DBCEE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1AB9B-4799-457D-880D-A3F1438FFD6A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26C977-C33C-6E5E-FC80-30960456D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7563E-5167-4CA9-E965-BBEDDA4BE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3D305-5186-44A6-9FF8-017D930BE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138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4E7FD-EF7B-CC5A-6036-DC8A3D684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4D94A-625A-BA79-4CA6-340A0D3C1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83C84-B2BB-0BCA-3476-62A6E5AEB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1AB9B-4799-457D-880D-A3F1438FFD6A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E9982-62DC-2079-D064-D25A9D434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D767B-E2A8-F6BE-9133-D2A03FDE2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3D305-5186-44A6-9FF8-017D930BE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067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D9CE2-DEC9-59FF-BAA2-E7613442E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FE8696-B1FC-89B5-56C8-BDBB3CA44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DC6FF-2C2E-4340-296A-D9FC97510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1AB9B-4799-457D-880D-A3F1438FFD6A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ECC63-7757-F6DE-7DBA-FC104B548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767B9-9391-4FE7-9FC1-702B089C4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3D305-5186-44A6-9FF8-017D930BE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304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6AE7B-4445-6826-F2F0-7896B38B3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073B5-3F48-BA0C-3936-C66F6E47F4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88658C-61D3-BEC0-1C2F-7257B2A8D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3F84FF-0965-4698-C6BC-987DCA87A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1AB9B-4799-457D-880D-A3F1438FFD6A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A335EA-920E-A6CF-E9D3-4BDA56E14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31E17-E903-3B94-1165-06B3BD9C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3D305-5186-44A6-9FF8-017D930BE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467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4F207-7E01-A2A5-92AA-73A4A4F11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0C1E80-1417-EEFA-C437-8D2B0A1053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1FBA39-25E5-8C4C-CEE5-AA7EB43CFB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F5CC89-FECA-200F-E1ED-66C5E3C72D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7098E2-3871-5EBE-186F-14C27FB0D9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25F65D-3A0A-A8FE-848C-4669A6D88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1AB9B-4799-457D-880D-A3F1438FFD6A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D41E48-ACA5-AC33-F5CF-FF24E804A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31E76C-47B5-1883-49DC-DE22DEBE6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3D305-5186-44A6-9FF8-017D930BE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3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3A8CE-C23C-020B-233D-E86AE134E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70CB34-DC30-8F8C-4852-E6EE85C67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1AB9B-4799-457D-880D-A3F1438FFD6A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9CD49B-89B5-9771-D566-68916445D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1D66B6-3FB6-7E5D-69DB-5D3B48026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3D305-5186-44A6-9FF8-017D930BE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528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0A612B-AF2C-09F6-61FB-91D8D80ED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1AB9B-4799-457D-880D-A3F1438FFD6A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4ECD10-BB70-F2A8-5130-9949E5A2F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C34619-9C83-FB74-5B75-DED88E467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3D305-5186-44A6-9FF8-017D930BE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971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037F9-8961-9DBD-626F-9B58E1859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772C3-4EAE-C99E-BCAA-4FD4A327B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C98D5B-4E7A-B5F9-BA44-258215B34A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71D16A-B14C-FA90-1DD5-CCC28D053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1AB9B-4799-457D-880D-A3F1438FFD6A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9CFCD3-1C81-1737-B052-4F66EECE6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AD4E9E-7AC4-25DC-B7A8-207CC5C03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3D305-5186-44A6-9FF8-017D930BE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519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9C43A-70B0-AC99-BDE9-4BE98145B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C34933-7FB9-C327-4D12-0992937528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BB9697-E607-BCE4-7065-7752DF4C5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7D1071-1588-A3FE-D149-9AACF5027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1AB9B-4799-457D-880D-A3F1438FFD6A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7AB31-77FD-9DE2-7605-78821C9DC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86718-2F0E-BE6A-D58A-63974B883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3D305-5186-44A6-9FF8-017D930BE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965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96B69-D7BE-06EA-E920-44C62ACB6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29E976-00DD-A7CA-4083-0523C203D5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87370-2B54-0EBB-CAF5-998132D45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1AB9B-4799-457D-880D-A3F1438FFD6A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38616-E9C2-03C7-EEA2-0CF2F4222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3344B-9ACE-349A-0E24-B3D4C340C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3D305-5186-44A6-9FF8-017D930BE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10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81BFC2-A4FE-B6E4-4B3F-45E1048D0E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64B24C-14F4-6BD7-E53C-07C2CEF44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5F764-58BD-2075-160D-F1FAE6D0D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1AB9B-4799-457D-880D-A3F1438FFD6A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34F3B-7A08-8EEE-BDD5-21612DDBB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4BA79-E44D-6EB4-5EE4-7CD39FFF4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3D305-5186-44A6-9FF8-017D930BE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101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012EE6-4111-DA88-8AE3-D1C6FC29A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517C8F-C1B3-45DF-B53B-C4E566DDB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2F0E8-5EC6-7FD3-20F6-17BAD1A8E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1AB9B-4799-457D-880D-A3F1438FFD6A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EF3D4-1B44-BF5A-536F-181FC728CF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2BECF-AAD3-004C-408D-81E51AA822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C3D305-5186-44A6-9FF8-017D930BE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859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15D1F-65A7-0652-31AC-253E1BA1D3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Safety: Coffee Machines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09DB5E-EECD-B8B3-7581-50C1F6452B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09/08/2026</a:t>
            </a:r>
          </a:p>
        </p:txBody>
      </p:sp>
    </p:spTree>
    <p:extLst>
      <p:ext uri="{BB962C8B-B14F-4D97-AF65-F5344CB8AC3E}">
        <p14:creationId xmlns:p14="http://schemas.microsoft.com/office/powerpoint/2010/main" val="3912157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9BAF5-4B43-4CC3-A419-297A83F52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1AFD07-87F1-4FC1-ACC0-7A7A06822F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82465" y="1825625"/>
            <a:ext cx="3227069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A98F0F-D53E-4709-A41D-7FA59455B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534" y="1825624"/>
            <a:ext cx="3293283" cy="43513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BDB2BD-49AC-4680-989E-6069025B68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6651" y="1825624"/>
            <a:ext cx="3085813" cy="4348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246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A7760-A061-5BED-12B0-A92CE5C4B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Safety Info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4F140-F575-1DA3-9CD0-627970024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08576" cy="4351338"/>
          </a:xfrm>
        </p:spPr>
        <p:txBody>
          <a:bodyPr/>
          <a:lstStyle/>
          <a:p>
            <a:r>
              <a:rPr lang="en-US" dirty="0"/>
              <a:t>Every time you use your coffee machine make sure you follow these instructions!</a:t>
            </a:r>
          </a:p>
          <a:p>
            <a:r>
              <a:rPr lang="en-US" dirty="0"/>
              <a:t>Always turn off and unplug your coffee maker after use. This avoids any potential fire risk caused by a faulty appliance or faulty electrics</a:t>
            </a:r>
          </a:p>
          <a:p>
            <a:r>
              <a:rPr lang="en-US" dirty="0"/>
              <a:t>If you ever notice a burning smell, or your coffee maker starts to make an unusual noise unplug it immediately</a:t>
            </a:r>
          </a:p>
          <a:p>
            <a:r>
              <a:rPr lang="en-US" dirty="0"/>
              <a:t>Never use your coffee maker if it is damaged or cracked</a:t>
            </a:r>
          </a:p>
        </p:txBody>
      </p:sp>
      <p:pic>
        <p:nvPicPr>
          <p:cNvPr id="4" name="Picture 3" descr="article image">
            <a:extLst>
              <a:ext uri="{FF2B5EF4-FFF2-40B4-BE49-F238E27FC236}">
                <a16:creationId xmlns:a16="http://schemas.microsoft.com/office/drawing/2014/main" id="{27AE0C26-CA76-3150-12EF-867DBF22A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6459" y="2378682"/>
            <a:ext cx="3245224" cy="324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886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7DBE4-7ECF-4095-8753-2E2F5B0F7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Before each use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599FA-9B53-8B98-4759-3240DEBF5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21071" cy="4351338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Follow these steps to get your coffee machine ready to use.</a:t>
            </a:r>
          </a:p>
          <a:p>
            <a:pPr fontAlgn="base"/>
            <a:r>
              <a:rPr lang="en-US" dirty="0"/>
              <a:t>Always unplug the coffee maker before filling the tank with water</a:t>
            </a:r>
          </a:p>
          <a:p>
            <a:pPr fontAlgn="base"/>
            <a:r>
              <a:rPr lang="en-US" dirty="0"/>
              <a:t>Don't fill any coffee machine water tank with sparkling, hot or boiling water</a:t>
            </a:r>
          </a:p>
          <a:p>
            <a:pPr fontAlgn="base"/>
            <a:r>
              <a:rPr lang="en-US" dirty="0"/>
              <a:t>With any coffee maker or accessory, don't fill the water tank or main unit past the 'MAX' indicator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 descr="article image">
            <a:extLst>
              <a:ext uri="{FF2B5EF4-FFF2-40B4-BE49-F238E27FC236}">
                <a16:creationId xmlns:a16="http://schemas.microsoft.com/office/drawing/2014/main" id="{7C6983C3-C1C2-D07E-CD7E-BB42CA55C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7489" y="1825625"/>
            <a:ext cx="3628016" cy="362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755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3F682-C863-5202-9C62-7AB8F6B19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Cleaning your coffee machine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850F2-CC59-239E-3F6B-3E2512F33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Before cleaning, unplug your coffee machine and allow it to cool down</a:t>
            </a:r>
          </a:p>
          <a:p>
            <a:r>
              <a:rPr lang="en-US" dirty="0"/>
              <a:t>Never immerse the machine in water to clean; this could cause permanent damage</a:t>
            </a:r>
          </a:p>
          <a:p>
            <a:r>
              <a:rPr lang="en-US" dirty="0"/>
              <a:t>If coffee machine has a steam wand, rinse it through and wipe down after every use to avoid it becoming blocked with limescale or milk residue</a:t>
            </a:r>
          </a:p>
          <a:p>
            <a:r>
              <a:rPr lang="en-US" dirty="0"/>
              <a:t>Descale your coffee machine at least once a month in hard water areas or with daily use, or once every two months for soft water areas or when used less regularly (e.g. only on weekends or evenings).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079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5BF2B-E29D-4AB0-83B4-EA670137E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69B16-E0D6-4FA5-AFB0-06D35448C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Watch for recalls due to electrical failures or other potential hazards </a:t>
            </a:r>
          </a:p>
        </p:txBody>
      </p:sp>
    </p:spTree>
    <p:extLst>
      <p:ext uri="{BB962C8B-B14F-4D97-AF65-F5344CB8AC3E}">
        <p14:creationId xmlns:p14="http://schemas.microsoft.com/office/powerpoint/2010/main" val="2120755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254</Words>
  <Application>Microsoft Office PowerPoint</Application>
  <PresentationFormat>Widescreen</PresentationFormat>
  <Paragraphs>20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Safety: Coffee Machines</vt:lpstr>
      <vt:lpstr>Safety</vt:lpstr>
      <vt:lpstr>Key Safety Info</vt:lpstr>
      <vt:lpstr>Before each use</vt:lpstr>
      <vt:lpstr>Cleaning your coffee machine</vt:lpstr>
      <vt:lpstr>Recalls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Safety: Coffee Machines</dc:title>
  <dc:creator>Deming Wang</dc:creator>
  <cp:lastModifiedBy>User</cp:lastModifiedBy>
  <cp:revision>4</cp:revision>
  <dcterms:created xsi:type="dcterms:W3CDTF">2026-09-07T14:45:55Z</dcterms:created>
  <dcterms:modified xsi:type="dcterms:W3CDTF">2026-09-08T13:58:29Z</dcterms:modified>
</cp:coreProperties>
</file>